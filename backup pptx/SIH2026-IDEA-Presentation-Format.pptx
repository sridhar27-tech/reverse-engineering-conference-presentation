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110587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SIH26024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AI-Based Smart Governance and Compliance Monitoring System for Coal Mines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Intellifusion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6305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Intellifusion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D80703-D876-E36D-9061-159C52403C58}"/>
              </a:ext>
            </a:extLst>
          </p:cNvPr>
          <p:cNvSpPr txBox="1"/>
          <p:nvPr/>
        </p:nvSpPr>
        <p:spPr>
          <a:xfrm>
            <a:off x="1779639" y="252246"/>
            <a:ext cx="8000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Governance and Compliance Monitoring System for Coal Mines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62F8AE-9E00-5C1F-68B7-BB1FED92991E}"/>
              </a:ext>
            </a:extLst>
          </p:cNvPr>
          <p:cNvSpPr txBox="1"/>
          <p:nvPr/>
        </p:nvSpPr>
        <p:spPr>
          <a:xfrm>
            <a:off x="477078" y="1256098"/>
            <a:ext cx="37224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6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9C598-5A60-14A7-33C4-50A4C98201B0}"/>
              </a:ext>
            </a:extLst>
          </p:cNvPr>
          <p:cNvSpPr txBox="1"/>
          <p:nvPr/>
        </p:nvSpPr>
        <p:spPr>
          <a:xfrm>
            <a:off x="717630" y="1921397"/>
            <a:ext cx="110422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 centralized web and mobile platform that digitally integrates compliance monitoring, inspection tracking, contractor management, operational reporting, and field-level governance activities across multiple coal mines into a single ecosystem.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platform enables mine officials, corporate management, and regulatory authorities to monitor real-time compliance status, safety observations, environmental regulations, production reports, and corrective actions through intelligent dashboards and automated workflows.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AI-powered risk detection, geo-tagged field reporting, OCR-based document digitization, and predictive compliance analytics help identify recurring violations, operational anomalies, and high-risk areas before they become critical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9001"/>
            <a:ext cx="2101004" cy="71657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Intellifusion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DF733-0879-DCC4-D7AA-B35F1640766D}"/>
              </a:ext>
            </a:extLst>
          </p:cNvPr>
          <p:cNvSpPr txBox="1"/>
          <p:nvPr/>
        </p:nvSpPr>
        <p:spPr>
          <a:xfrm>
            <a:off x="329773" y="1690062"/>
            <a:ext cx="114147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React.js/Flutter frontend, Python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backend, PostgreSQL database, GIS-enabled mapping services, OCR document processing, and cloud infrastructure integrated with AI and machine learning models for predictive governance analytics.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platform captures inspection data, attendance records, compliance reports, safety observations, and contractor activities through mobile applications with offline synchronization support for remote mining locations.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Field data collection → document digitization → AI-based analysis → risk prediction → automated alerts → escalation workflows → compliance resolution → audit trail generation and reporting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E37AE007-8B7B-2CD3-059E-58042E83D7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9001"/>
            <a:ext cx="2101004" cy="71657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Intellifusion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1C10C-12D3-38AF-045A-EAD14293DB9F}"/>
              </a:ext>
            </a:extLst>
          </p:cNvPr>
          <p:cNvSpPr txBox="1"/>
          <p:nvPr/>
        </p:nvSpPr>
        <p:spPr>
          <a:xfrm>
            <a:off x="457200" y="1743084"/>
            <a:ext cx="112928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Built using mature and widely adopted technologies including AI/ML, GIS, OCR, cloud computing, and mobile platforms, enabling cost-effective implementation without requiring major infrastructure changes in existing mining operations.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modular architecture allows compliance management, inspection monitoring, contractor administration, operational reporting, and governance analytics modules to function independently while remaining connected through a centralized platform.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Deployment can begin with a pilot mine and gradually scale across subsidiaries of Coal India Limited, with offline capabilities, automated synchronization, and phased implementation reducing adoption challenges and operational risks.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12CF26-2EDF-9C28-EB61-69FA456BCFAF}"/>
              </a:ext>
            </a:extLst>
          </p:cNvPr>
          <p:cNvSpPr txBox="1"/>
          <p:nvPr/>
        </p:nvSpPr>
        <p:spPr>
          <a:xfrm>
            <a:off x="632794" y="1022533"/>
            <a:ext cx="1494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IMPACT: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48949DD1-A407-2E71-542A-A2B6A067DC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9001"/>
            <a:ext cx="2101004" cy="71657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Intellifusion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EAFC22-B4B8-1FBB-4539-85911E75C4A8}"/>
              </a:ext>
            </a:extLst>
          </p:cNvPr>
          <p:cNvSpPr txBox="1"/>
          <p:nvPr/>
        </p:nvSpPr>
        <p:spPr>
          <a:xfrm>
            <a:off x="1036320" y="1533664"/>
            <a:ext cx="104241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Real-time compliance and governance monitoring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Faster detection of risks and violations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Improved transparency and accountability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Better decision-making through AI insights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End-to-end digital tracking of field activities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33FA2E-FC87-0A5B-6B68-B657C8C0F203}"/>
              </a:ext>
            </a:extLst>
          </p:cNvPr>
          <p:cNvSpPr txBox="1"/>
          <p:nvPr/>
        </p:nvSpPr>
        <p:spPr>
          <a:xfrm>
            <a:off x="632794" y="3400113"/>
            <a:ext cx="18293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0D26C3-24B7-7A32-6AE3-2DE73F8C1E60}"/>
              </a:ext>
            </a:extLst>
          </p:cNvPr>
          <p:cNvSpPr txBox="1"/>
          <p:nvPr/>
        </p:nvSpPr>
        <p:spPr>
          <a:xfrm>
            <a:off x="1036320" y="4035456"/>
            <a:ext cx="10683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Reduced paperwork and manual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Faster compliance reporting and approvals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Enhanced worker safety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Improved environmental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Scalable and paperless governance system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3589EF-6C2B-5EA0-FF76-1CEBE9908817}"/>
              </a:ext>
            </a:extLst>
          </p:cNvPr>
          <p:cNvSpPr txBox="1"/>
          <p:nvPr/>
        </p:nvSpPr>
        <p:spPr>
          <a:xfrm>
            <a:off x="329773" y="1522157"/>
            <a:ext cx="114492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Ministry of Coal, Government of India,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Technology Roadmap for Coal Sector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2021 – Digital mining, geo-fencing, mine monitoring, and automation initiatives.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Kumar, P. et al.,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Comprehensive Geospatial Mapping and Monitoring of an Eastern Coalfield in India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Discover Geoscience, Springer, 2024 – GIS-based monitoring and geospatial intelligence for coal mines.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Baske, A. et al.,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 for Mining Safety: A Chatbot Solution for Indian Statutory Provisions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Mining Engineering Journal, 2026 – AI, NLP, and compliance automation in mining operations.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Bhakat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S. et al.,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AI and Drone-Based Monitoring in Mining: Redefining Environmental Baselines, Plantation Strategy, and Post-Closure Accountability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ISPRS Annals, 2025 – AI, GIS, environmental compliance, and monitoring frameworks for mining governance. 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B1958BE7-34CA-ABA2-165E-AC0ACB1207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9001"/>
            <a:ext cx="2101004" cy="71657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Intellifusion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7619</TotalTime>
  <Words>599</Words>
  <Application>Microsoft Office PowerPoint</Application>
  <PresentationFormat>Widescreen</PresentationFormat>
  <Paragraphs>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 Varman</cp:lastModifiedBy>
  <cp:revision>151</cp:revision>
  <dcterms:created xsi:type="dcterms:W3CDTF">2013-12-12T18:46:50Z</dcterms:created>
  <dcterms:modified xsi:type="dcterms:W3CDTF">2026-09-01T17:47:49Z</dcterms:modified>
  <cp:category/>
</cp:coreProperties>
</file>